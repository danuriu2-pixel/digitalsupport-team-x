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29944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86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34225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07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76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72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89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848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783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83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93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01DFD44-3622-4A72-8DD7-AEC44C89AAD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ABE8439-5CE1-49D7-A1B2-F263122DD9E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419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gosuslugi.r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1E3CA-C071-7371-3C3F-5C3D228C8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Титульный лист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DEC4A7-5E44-4277-955D-FEC53B571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Название команды: Капибары с пушками</a:t>
            </a:r>
          </a:p>
        </p:txBody>
      </p:sp>
    </p:spTree>
    <p:extLst>
      <p:ext uri="{BB962C8B-B14F-4D97-AF65-F5344CB8AC3E}">
        <p14:creationId xmlns:p14="http://schemas.microsoft.com/office/powerpoint/2010/main" val="420221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37E99-5D1D-FB1D-222E-26C2669F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E219ED-F299-7D48-A1A3-CC883A2FC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Черный Дамиан – Руководитель</a:t>
            </a:r>
          </a:p>
          <a:p>
            <a:r>
              <a:rPr lang="ru-RU" dirty="0"/>
              <a:t>Махмудов Нурлан – Специалист по безопасности</a:t>
            </a:r>
          </a:p>
          <a:p>
            <a:r>
              <a:rPr lang="ru-RU" dirty="0"/>
              <a:t>Шигарев Егор – Технический специалист</a:t>
            </a:r>
          </a:p>
          <a:p>
            <a:r>
              <a:rPr lang="ru-RU" dirty="0"/>
              <a:t>Чибисов Владислав – Консультант</a:t>
            </a:r>
          </a:p>
          <a:p>
            <a:r>
              <a:rPr lang="ru-RU" dirty="0"/>
              <a:t>Кравчук Никита - Документатор</a:t>
            </a:r>
          </a:p>
        </p:txBody>
      </p:sp>
    </p:spTree>
    <p:extLst>
      <p:ext uri="{BB962C8B-B14F-4D97-AF65-F5344CB8AC3E}">
        <p14:creationId xmlns:p14="http://schemas.microsoft.com/office/powerpoint/2010/main" val="115290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DC40-DA4B-158E-396D-F2C215FC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кейса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274ABD-524E-6A24-5B32-B9C1474BE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Ситуация:</a:t>
            </a:r>
          </a:p>
          <a:p>
            <a:pPr marL="0" indent="0">
              <a:buNone/>
            </a:pPr>
            <a:r>
              <a:rPr lang="ru-RU" dirty="0"/>
              <a:t>Пенсионер не может войти в личный кабинет «Госуслуг»:</a:t>
            </a:r>
          </a:p>
          <a:p>
            <a:pPr marL="514350" indent="-514350">
              <a:buAutoNum type="arabicPeriod"/>
            </a:pPr>
            <a:r>
              <a:rPr lang="ru-RU" dirty="0"/>
              <a:t>Не помнит/не видит логин и пароль</a:t>
            </a:r>
          </a:p>
          <a:p>
            <a:pPr marL="514350" indent="-514350">
              <a:buAutoNum type="arabicPeriod"/>
            </a:pPr>
            <a:r>
              <a:rPr lang="ru-RU" dirty="0"/>
              <a:t>Не может пройти </a:t>
            </a:r>
            <a:r>
              <a:rPr lang="ru-RU" dirty="0" err="1"/>
              <a:t>двухфокторную</a:t>
            </a:r>
            <a:r>
              <a:rPr lang="ru-RU" dirty="0"/>
              <a:t> </a:t>
            </a:r>
            <a:r>
              <a:rPr lang="ru-RU" dirty="0" err="1"/>
              <a:t>аунтификацию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Путается в интерфейсе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41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BAC01-115C-22B2-AB89-6AA76662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данной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BD5B1-E55F-BAED-A3F6-98B95478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327" y="1428750"/>
            <a:ext cx="11021291" cy="52462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1800" dirty="0"/>
              <a:t>1. Проверить аккуратность логина и пароля (· Логин – это номер телефона или СНИЛС и Пароль – не пишите с большой буквы случайно)</a:t>
            </a:r>
          </a:p>
          <a:p>
            <a:pPr marL="0" indent="0">
              <a:buNone/>
            </a:pPr>
            <a:r>
              <a:rPr lang="ru-RU" sz="1800" dirty="0"/>
              <a:t>2. Капча – просто введите цифры с картинки</a:t>
            </a:r>
          </a:p>
          <a:p>
            <a:pPr marL="0" indent="0">
              <a:buNone/>
            </a:pPr>
            <a:r>
              <a:rPr lang="ru-RU" sz="1800" dirty="0"/>
              <a:t>3. У вас подтверждённая учётная запись?</a:t>
            </a:r>
          </a:p>
          <a:p>
            <a:pPr marL="0" indent="0">
              <a:buNone/>
            </a:pPr>
            <a:r>
              <a:rPr lang="ru-RU" sz="1800" dirty="0"/>
              <a:t>Без подтверждения в поликлинику не записаться.</a:t>
            </a:r>
          </a:p>
          <a:p>
            <a:pPr marL="0" indent="0">
              <a:buNone/>
            </a:pPr>
            <a:r>
              <a:rPr lang="ru-RU" sz="1800" dirty="0"/>
              <a:t>Подтвердите в МФЦ или через Почту России (бесплатно).</a:t>
            </a:r>
          </a:p>
          <a:p>
            <a:pPr marL="0" indent="0">
              <a:buNone/>
            </a:pPr>
            <a:r>
              <a:rPr lang="ru-RU" sz="1800" dirty="0"/>
              <a:t>4. Забыли пароль – не создавайте новый аккаунт</a:t>
            </a:r>
            <a:br>
              <a:rPr lang="ru-RU" sz="1800" dirty="0"/>
            </a:br>
            <a:r>
              <a:rPr lang="ru-RU" sz="1800" dirty="0"/>
              <a:t>5. Номер телефона старый? Вход невозможен</a:t>
            </a:r>
          </a:p>
          <a:p>
            <a:pPr marL="0" indent="0">
              <a:buNone/>
            </a:pPr>
            <a:r>
              <a:rPr lang="ru-RU" sz="1800" dirty="0"/>
              <a:t>Позвоните в поддержку 115 – поменяют номер дистанционно (по паспорту).</a:t>
            </a:r>
            <a:br>
              <a:rPr lang="ru-RU" sz="1800" dirty="0"/>
            </a:br>
            <a:r>
              <a:rPr lang="ru-RU" sz="1800" dirty="0"/>
              <a:t>Изображение: «Как позвонить – 115 с мобильного бесплатно».</a:t>
            </a:r>
          </a:p>
          <a:p>
            <a:pPr marL="0" indent="0">
              <a:buNone/>
            </a:pPr>
            <a:r>
              <a:rPr lang="ru-RU" sz="1800" dirty="0"/>
              <a:t>6. СМС не приходит → подождите 3 минуты</a:t>
            </a:r>
          </a:p>
          <a:p>
            <a:pPr marL="0" indent="0">
              <a:buNone/>
            </a:pPr>
            <a:r>
              <a:rPr lang="ru-RU" sz="1800" dirty="0"/>
              <a:t>7. Браузер – только современный (</a:t>
            </a:r>
            <a:r>
              <a:rPr lang="ru-RU" sz="1800" dirty="0" err="1"/>
              <a:t>Chrome</a:t>
            </a:r>
            <a:r>
              <a:rPr lang="ru-RU" sz="1800" dirty="0"/>
              <a:t>, Safari, Edge)</a:t>
            </a:r>
            <a:br>
              <a:rPr lang="ru-RU" sz="1800" dirty="0"/>
            </a:br>
            <a:r>
              <a:rPr lang="ru-RU" sz="1800" dirty="0"/>
              <a:t>8. Сайт проще, чем приложение</a:t>
            </a:r>
          </a:p>
          <a:p>
            <a:pPr marL="0" indent="0">
              <a:buNone/>
            </a:pPr>
            <a:r>
              <a:rPr lang="ru-RU" sz="1800" dirty="0"/>
              <a:t>· Пенсионеру лучше заходить через </a:t>
            </a:r>
            <a:r>
              <a:rPr lang="ru-RU" sz="1800" u="sng" dirty="0">
                <a:hlinkClick r:id="rId2"/>
              </a:rPr>
              <a:t>gosuslugi.ru</a:t>
            </a:r>
            <a:r>
              <a:rPr lang="ru-RU" sz="1800" dirty="0"/>
              <a:t> в браузере на компьютере или планшете.</a:t>
            </a:r>
            <a:br>
              <a:rPr lang="ru-RU" sz="1800" dirty="0"/>
            </a:br>
            <a:r>
              <a:rPr lang="ru-RU" sz="1800" dirty="0"/>
              <a:t>· Приложение часто просит лишние разрешения.</a:t>
            </a:r>
          </a:p>
          <a:p>
            <a:pPr marL="0" indent="0">
              <a:buNone/>
            </a:pPr>
            <a:r>
              <a:rPr lang="ru-RU" sz="1800" dirty="0"/>
              <a:t>9. Мошенники – не вводите данные на поддельных сайтах</a:t>
            </a:r>
          </a:p>
          <a:p>
            <a:pPr marL="0" indent="0">
              <a:buNone/>
            </a:pPr>
            <a:r>
              <a:rPr lang="ru-RU" sz="1800" dirty="0"/>
              <a:t>· Адрес только </a:t>
            </a:r>
            <a:r>
              <a:rPr lang="ru-RU" sz="1800" u="sng" dirty="0">
                <a:hlinkClick r:id="rId2"/>
              </a:rPr>
              <a:t>gosuslugi.ru</a:t>
            </a:r>
            <a:r>
              <a:rPr lang="ru-RU" sz="1800" dirty="0"/>
              <a:t> (всё до .</a:t>
            </a:r>
            <a:r>
              <a:rPr lang="ru-RU" sz="1800" dirty="0" err="1"/>
              <a:t>ru</a:t>
            </a:r>
            <a:r>
              <a:rPr lang="ru-RU" sz="1800" dirty="0"/>
              <a:t>).</a:t>
            </a:r>
            <a:br>
              <a:rPr lang="ru-RU" sz="1800" dirty="0"/>
            </a:br>
            <a:r>
              <a:rPr lang="ru-RU" sz="1800" dirty="0"/>
              <a:t>· Не переходите по ссылкам из СМС «Ваш аккаунт заблокирован».</a:t>
            </a:r>
            <a:br>
              <a:rPr lang="ru-RU" sz="1800" dirty="0"/>
            </a:br>
            <a:r>
              <a:rPr lang="ru-RU" sz="1800" dirty="0"/>
              <a:t>· Изображение: «Правильная и фальшивая строка браузера».</a:t>
            </a:r>
          </a:p>
          <a:p>
            <a:pPr marL="0" indent="0">
              <a:buNone/>
            </a:pPr>
            <a:r>
              <a:rPr lang="ru-RU" sz="1800" dirty="0"/>
              <a:t>10. Не получилось – звоните по номеру 115</a:t>
            </a:r>
            <a:br>
              <a:rPr lang="ru-RU" sz="1800" dirty="0"/>
            </a:br>
            <a:br>
              <a:rPr lang="ru-RU" dirty="0"/>
            </a:br>
            <a:br>
              <a:rPr lang="ru-RU" sz="1400" dirty="0"/>
            </a:br>
            <a:br>
              <a:rPr lang="ru-RU" dirty="0"/>
            </a:b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00797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A5D01-2B71-EF2E-4C04-0E369C2B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37A125-256D-DB83-5436-0984FC83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8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Всегда проверяйте правильно ли вы ввели свои данные, проверяйте есть ли у вас доступ к данным для входа в аккаунт, пользуйтесь современным браузером, используйте лучше веб-версию «Госуслуг», а главное проверяйте правильный ли </a:t>
            </a:r>
            <a:r>
              <a:rPr lang="ru-RU" sz="1800" dirty="0" err="1"/>
              <a:t>адрем</a:t>
            </a:r>
            <a:r>
              <a:rPr lang="ru-RU" sz="1800" dirty="0"/>
              <a:t> у сайта, чтобы не попасться на мошенников</a:t>
            </a:r>
          </a:p>
        </p:txBody>
      </p:sp>
    </p:spTree>
    <p:extLst>
      <p:ext uri="{BB962C8B-B14F-4D97-AF65-F5344CB8AC3E}">
        <p14:creationId xmlns:p14="http://schemas.microsoft.com/office/powerpoint/2010/main" val="52029645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</TotalTime>
  <Words>327</Words>
  <Application>Microsoft Office PowerPoint</Application>
  <PresentationFormat>Широкоэкранный</PresentationFormat>
  <Paragraphs>30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Franklin Gothic Book</vt:lpstr>
      <vt:lpstr>Уголки</vt:lpstr>
      <vt:lpstr>Титульный лист</vt:lpstr>
      <vt:lpstr>Состав команды</vt:lpstr>
      <vt:lpstr>Описание кейса</vt:lpstr>
      <vt:lpstr>Решение данной проблемы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ЕгорПрактика</dc:creator>
  <cp:lastModifiedBy>ЕгорПрактика</cp:lastModifiedBy>
  <cp:revision>1</cp:revision>
  <dcterms:created xsi:type="dcterms:W3CDTF">2026-06-01T10:43:30Z</dcterms:created>
  <dcterms:modified xsi:type="dcterms:W3CDTF">2026-06-01T10:48:11Z</dcterms:modified>
</cp:coreProperties>
</file>